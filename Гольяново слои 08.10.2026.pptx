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 Снимок (подложка)" descr="L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3" name="02 Озеленение" descr="L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4" name="03 Существующее использование" descr="L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5" name="04 Земельные участки (ЕГРН)" descr="L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6" name="05 Застройка" descr="L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7" name="06 Дороги и железная дорога" descr="L-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8" name="07 ЗОУИТ и СЗЗ" descr="L-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9" name="08 Красные линии и ЛГР" descr="L-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0" name="09 ППТ и ПМТ" descr="L-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1" name="10 ГПЗУ" descr="L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2" name="11 КРТ" descr="L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3" name="12 ПЗЗ: территориальные зоны" descr="L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4" name="13 Генплан: функциональные зоны" descr="L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  <p:pic>
        <p:nvPicPr>
          <p:cNvPr id="15" name="14 Граница территории" descr="L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8000" y="1044000"/>
            <a:ext cx="10044000" cy="860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